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822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INTELLIGENCE GATEWAY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AI-Assisted Triage System for Emergency &amp; Mental Health Care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114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Intake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41148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41148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411480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4114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41148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69480" y="4114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Telehealth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•  Project Walkthrough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spd="slow" p14:dur="6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&amp; psychiatric triage today is slow, fragmented, and inconsistent.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39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Intake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arrives via chat, voice, phone, and sensors — collected separately, reconciled manually.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78308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0574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039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Decisions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triage judgment varies by clinician, shift, and fatigue — risking under- or over-triage.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"Black-box" AI tools give a verdict with no rationale clinicians can trust or audit.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393192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42062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8463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availability, admissions, and staffing live in separate tools, slowing hand-offs.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 GATEWAY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slow" p14:dur="6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 that ingests every signal, applies deterministic rules, and hands off — with a full audit trail.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F7F9FC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Intake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86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voice &amp; live sensor telemetry (SpO2, HR)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291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37560" y="210312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F7F9FC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0624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886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scoring, timestamp reconciliation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291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26480" y="210312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2423160"/>
            <a:ext cx="731520" cy="7315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9516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 Rationale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886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1-4 / MH-URGENT with explainable logic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3291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915400" y="210312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F7F9FC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8408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78408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 &amp; Action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886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reservation, admission, or AI-assistant chat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 HIPAA Level 5 architecture with per-decision audit logging.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 GATEWAY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slow" p14:dur="6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Secure, Role-Based Access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40096" y="1179576"/>
            <a:ext cx="6419088" cy="3613337"/>
          </a:xfrm>
          <a:prstGeom prst="roundRect">
            <a:avLst>
              <a:gd name="adj" fmla="val 2024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35000"/>
              </a:srgbClr>
            </a:outerShdw>
          </a:effectLst>
        </p:spPr>
      </p:sp>
      <p:pic>
        <p:nvPicPr>
          <p:cNvPr id="4" name="Image 0" descr="/home/claude/imgs/login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234440"/>
            <a:ext cx="6309360" cy="35036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344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Clinical Role Profiles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642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Physician, Intake Nurse, Mental Health Specialist, System Admin.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42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Dashboards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834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only the queues and tools relevant to their work.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712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Level 5 Architecture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0050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clearance and role privileges shown in every session.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8828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4855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Role Switching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5175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can log out and switch roles without losing context.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 GATEWAY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slow" p14:dur="6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real-time view of active cases, admissions, telehealth load, and engine health.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" y="1453896"/>
            <a:ext cx="7973568" cy="436957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35000"/>
              </a:srgbClr>
            </a:outerShdw>
          </a:effectLst>
        </p:spPr>
      </p:sp>
      <p:pic>
        <p:nvPicPr>
          <p:cNvPr id="5" name="Image 0" descr="/home/claude/imgs/dashboar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863840" cy="42598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160020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915400" y="1673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0" y="167335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Emergency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732520" y="283464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915400" y="290779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290779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Telehealth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732520" y="406908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915400" y="414223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0" y="414223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732520" y="530352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915400" y="537667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0" y="537667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Connection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 GATEWAY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slow" p14:dur="6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Multimodal Triage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42816" y="1179576"/>
            <a:ext cx="7516368" cy="4121905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35000"/>
              </a:srgbClr>
            </a:outerShdw>
          </a:effectLst>
        </p:spPr>
      </p:sp>
      <p:pic>
        <p:nvPicPr>
          <p:cNvPr id="4" name="Image 0" descr="/home/claude/imgs/active_session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234440"/>
            <a:ext cx="7406640" cy="401217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389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Input Channels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7099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chat, voice audio, and live IoT sensor telemetry (SpO2 / HR).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5968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Out-of-Order Handling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91693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timestamp-reconciled even if audio arrives after telemetry.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8039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Vitals Simulator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12394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SpO2 / HR sliders to test real-time emergency override behavior.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5038344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5010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Symptom Tagging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53309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Auto-tags "critical_respiratory", "cardiac_distress", etc. from patient text.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 GATEWAY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slow" p14:dur="6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Decision Engine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not guesswork — every escalation traces to a specific, auditable threshold.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Live Override in Action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2A337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45059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text: “Chest pain 20 mins ago”  →  suggests Level 3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overridden by 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520440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E639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63931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SpO2 = 88%  (threshold &lt; 90%)  →  Escalated to EMERGENCY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572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override is written to a timestamped Audit Trail (Event ID, Source, Action) for compliance review.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Configurable, Not Hardcoded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1488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2148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SpO2 Critical Threshold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784080" y="2148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301752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Max Threshold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784080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bpm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88620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3886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3886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475488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754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Determinism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784080" y="4754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(0 errors)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 GATEWAY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slow" p14:dur="6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Clinical Assistant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explains its own decisions in plain language — keeping clinicians in the loop.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" y="1453896"/>
            <a:ext cx="7973568" cy="436957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35000"/>
              </a:srgbClr>
            </a:outerShdw>
          </a:effectLst>
        </p:spPr>
      </p:sp>
      <p:pic>
        <p:nvPicPr>
          <p:cNvPr id="5" name="Image 0" descr="/home/claude/imgs/ai_assistan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863840" cy="42598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32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32688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Gemini API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2057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live to the triage engine's decision output.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8732520" y="2770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3252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Rationale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227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exactly why a case was escalated, citing vitals &amp; keywords.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732520" y="3941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3252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39136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Quick-Reply Chips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439826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prompts: “Patient Chest Pain”, “Panic Attack”, “Explain Rules”.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732520" y="51114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3252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326880" y="50840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556869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Assistive, not autonomous — clinicians retain final decision authority.</a:t>
            </a:r>
            <a:endParaRPr lang="en-US" sz="108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 GATEWAY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slow" p14:dur="6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 Capacity &amp; Direct Admissions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decisions flow straight into hospital operations — no separate system, no delay.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" y="1453896"/>
            <a:ext cx="5504688" cy="3032178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35000"/>
              </a:srgbClr>
            </a:outerShdw>
          </a:effectLst>
        </p:spPr>
      </p:sp>
      <p:pic>
        <p:nvPicPr>
          <p:cNvPr id="5" name="Image 0" descr="/home/claude/imgs/bed_capacity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94960" cy="2922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08776" y="1453896"/>
            <a:ext cx="5504688" cy="3032178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35000"/>
              </a:srgbClr>
            </a:outerShdw>
          </a:effectLst>
        </p:spPr>
      </p:sp>
      <p:pic>
        <p:nvPicPr>
          <p:cNvPr id="7" name="Image 1" descr="/home/claude/imgs/admissions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394960" cy="29224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480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Bed Manager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00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ICU / ED bay availability with one-click reservation.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4480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Admissions Queue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4800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from Level-1 triage cases, with attending physician assigned.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 GATEWAY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slow" p14:dur="6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Telehealth &amp; AI Receptionist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 be triaged before they ever reach a human — by video or automated intake.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" y="1453896"/>
            <a:ext cx="5504688" cy="3032178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35000"/>
              </a:srgbClr>
            </a:outerShdw>
          </a:effectLst>
        </p:spPr>
      </p:sp>
      <p:pic>
        <p:nvPicPr>
          <p:cNvPr id="5" name="Image 0" descr="/home/claude/imgs/video_cal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94960" cy="2922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08776" y="1453896"/>
            <a:ext cx="5504688" cy="3032178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35000"/>
              </a:srgbClr>
            </a:outerShdw>
          </a:effectLst>
        </p:spPr>
      </p:sp>
      <p:pic>
        <p:nvPicPr>
          <p:cNvPr id="7" name="Image 1" descr="/home/claude/imgs/ai_receptionist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394960" cy="29224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480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Intake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00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telehealth call with synced vitals &amp; symptom form, feeding the same engine.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4480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 Receptionist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4800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registration, insurance pre-auth, voice intake &amp; AI pre-triage assignment.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 GATEWAY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slow" p14:dur="6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Compliance, Audit &amp; System Health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42816" y="1225296"/>
            <a:ext cx="7516368" cy="4121905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35000"/>
              </a:srgbClr>
            </a:outerShdw>
          </a:effectLst>
        </p:spPr>
      </p:sp>
      <p:pic>
        <p:nvPicPr>
          <p:cNvPr id="4" name="Image 0" descr="/home/claude/imgs/system_health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280160"/>
            <a:ext cx="7406640" cy="401217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2ECC8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4356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Backend API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7556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Online, real-time WebSocket/HTTP gateway at ~12ms latency.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2ECC8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5786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Deterministic Engine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8986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sorting &amp; idempotency verified — same input, same output.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ECC8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7216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Packet Loss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0416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session store with full audit-trail verification.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2ECC8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48646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Level 5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51846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privileges, security clearance &amp; audit logs on every session.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 GATEWAY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slow" p14:dur="6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75488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371600"/>
            <a:ext cx="2167128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137160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1371600"/>
            <a:ext cx="2167128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07408" y="137160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Gateway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03136" y="1371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03136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1920240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Engine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1920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B44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/ Maps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017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happy to walk through any workflow live.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15600" y="576072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0" y="5760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</p:spTree>
  </p:cSld>
  <p:clrMapOvr>
    <a:masterClrMapping/>
  </p:clrMapOvr>
  <p:transition xmlns:p14="http://schemas.microsoft.com/office/powerpoint/2010/main" spd="slow" p14:dur="6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2026-09-12T13:13:05Z</dcterms:created>
  <dcterms:modified xsi:type="dcterms:W3CDTF">2026-09-12T13:13:05Z</dcterms:modified>
</cp:coreProperties>
</file>